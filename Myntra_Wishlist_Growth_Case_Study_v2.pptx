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Relationship Id="rId3" Type="http://schemas.openxmlformats.org/officeDocument/2006/relationships/hyperlink" Target="https://aashritamalviya1999.github.io/Discovery-engine-Myntra/fitcheck.html?v=1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GROWTH PM CASE STUDY · MYNTRA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Convert High-Intent Wishlisters by Resolving Size &amp; Fit Uncertainty — Without Monetary Subsidies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Smart Wishlist + FitCheck turns passive saved items into decision-ready purchases for high-intent apparel shoppers.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EXECUTIVE SUMMARY &amp; STRATEGIC INTENT: </a:t>
            </a:r>
            <a:r>
              <a:rPr sz="1400">
                <a:solidFill>
                  <a:srgbClr val="FFFFFF"/>
                </a:solidFill>
              </a:rPr>
              <a:t>Wishlist items reflect strong purchase desire, yet conversion stalls because shoppers cannot predict cross-brand fit drape without physically trying on garments. By deploying FitCheck — an AI decision engine that translates kept order measurements into personal fit confidence — Myntra bridges the gap from 'Saved' to 'Ready to Buy' without relying on discount subsidies or margin erosion.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73152" cy="1828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E11D48"/>
                </a:solidFill>
              </a:defRPr>
            </a:pPr>
            <a:r>
              <a:t>51.3%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High-Intent / High-Friction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770 / 1,500 analyzed posts stall at checkout due to fit &amp; size doubt.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9260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23 / 25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Opportunity Rubric #1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Ranked #1 on purchase proximity, severity, and non-monetary addressability.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2608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83% (5/6)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Qualitative Validation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5 of 6 interviewees cited fit ambiguity as their primary purchase blocker.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35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35640" y="2926080"/>
            <a:ext cx="73152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+14.2%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Target Conversion Lift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Projected lift in 30-day wishlist-to-bag progression across pilot cohorts.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217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LIVE INTERACTIVE ARTEFACTS &amp; PROTOTYPES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Tested and deployed public prototypes built specifically for this case study submission: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731520" y="6035040"/>
            <a:ext cx="283464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Discovery Engine 🔗</a:t>
            </a:r>
          </a:p>
        </p:txBody>
      </p:sp>
      <p:sp>
        <p:nvSpPr>
          <p:cNvPr id="22" name="Rounded Rectangle 21">
            <a:hlinkClick r:id="rId3"/>
          </p:cNvPr>
          <p:cNvSpPr/>
          <p:nvPr/>
        </p:nvSpPr>
        <p:spPr>
          <a:xfrm>
            <a:off x="3749039" y="6035040"/>
            <a:ext cx="28346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Live Deployed MVP 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937760"/>
            <a:ext cx="71323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91440" cy="2560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507492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THE NON-MONETARY CONVERSION MECHANISM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1. SAVED: </a:t>
            </a:r>
            <a:r>
              <a:rPr sz="1400">
                <a:solidFill>
                  <a:srgbClr val="334155"/>
                </a:solidFill>
              </a:rPr>
              <a:t>User shortlists item with explicit intent but stops at checkout.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2. FIT UNCERTAIN: </a:t>
            </a:r>
            <a:r>
              <a:rPr sz="1400">
                <a:solidFill>
                  <a:srgbClr val="334155"/>
                </a:solidFill>
              </a:rPr>
              <a:t>User hesitates because cross-brand size drape is unresolved.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3. FITCHECK SIGNAL: </a:t>
            </a:r>
            <a:r>
              <a:rPr sz="1400">
                <a:solidFill>
                  <a:srgbClr val="334155"/>
                </a:solidFill>
              </a:rPr>
              <a:t>AI matches garment specs with user's kept anchor profile.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4. READY TO BUY: </a:t>
            </a:r>
            <a:r>
              <a:rPr sz="1400">
                <a:solidFill>
                  <a:srgbClr val="334155"/>
                </a:solidFill>
              </a:rPr>
              <a:t>Wishlist state transitions to action-ready upon confidence signal.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5. MOVE TO BAG: </a:t>
            </a:r>
            <a:r>
              <a:rPr sz="1400">
                <a:solidFill>
                  <a:srgbClr val="334155"/>
                </a:solidFill>
              </a:rPr>
              <a:t>User commits to purchase within 30 days without any discount nudge.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BUSINESS METRIC DECOMPOSITION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Wishlist-to-Bag Progression Is the Primary Growth Lever for 30-Day Conversion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Decomposing the business North Star into controllable product outcomes, user drop-off stages, and non-goals.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9144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30-Day Wishlist Buyer Conversion Rate = (Unique users purchasing ≥1 wishlisted SKU in ≤30 days) ÷ (Unique cohort users with ≥1 wishlist add)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Wishlist Revisit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Return to saved item ≤7 days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Drop-off: 25%</a:t>
            </a:r>
            <a:br/>
            <a:r>
              <a:t>Passive retention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651760"/>
            <a:ext cx="2560320" cy="20116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2. Decision Resolution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Fit / drape uncertainty resolved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Drop-off: 48%</a:t>
            </a:r>
            <a:br/>
            <a:r>
              <a:t>LARGEST BLOCKER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651760"/>
            <a:ext cx="2560320" cy="20116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3. Wishlist → Bag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Commit shortlisted SKU to Bag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Target Lift: +14%</a:t>
            </a:r>
            <a:br/>
            <a:r>
              <a:t>Primary 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65176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4. Bag → Purchase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Complete checkout transaction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Drop-off: 12%</a:t>
            </a:r>
            <a:br/>
            <a:r>
              <a:t>Standard friction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21440" y="265176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58600" y="27432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30-Day Cohort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Complete purchase within window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Cohort Retention</a:t>
            </a:r>
            <a:br/>
            <a:r>
              <a:t>Intent lifetime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66751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73152" cy="2651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STRATEGIC INTERVENTION FOCUS: WISHLIST →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Wishlist → Bag is the stage with the largest, most addressable drop-off (48% of high-intent saved items are never added to Bag).</a:t>
            </a:r>
            <a:br/>
            <a:r>
              <a:t>• High-intent users already like the product aesthetic and price. FitCheck targets the two adjacent, controllable friction steps: resolve fit doubt → accelerate Wishlist-to-Bag conversion without monetary discounts.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4846320"/>
            <a:ext cx="6675120" cy="2651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4846320"/>
            <a:ext cx="73152" cy="2651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EXPLICIT NON-GOALS &amp; SCOPE BOUNDARIES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We do NOT optimize generic wishlist additions or total app time. More bookmarking is not business success unless intent converts within 30 days.</a:t>
            </a:r>
            <a:br/>
            <a:r>
              <a:t>• We do NOT issue price cuts, coupons, or cashback incentives. The strategic constraint requires solving user decision uncertainty natively through product informational value.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AI-POWERED DISCOVERY ENGINE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An Automated NLP Pipeline Classifying 1,500 Public Conversations into Intent × Friction Evidence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Ingesting unstructured posts from Reddit, Play Store, and fashion forums into structured, decision-ready evidence objects.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INGESTION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1,500 public posts from Reddit, App/Play Store, YouTube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STRUCTURE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14-field multi-label schema (Intent, Friction, Workaround, Need).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Vector clustering into 4 Intent × Friction behavioral quadrants.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4. PRIORITIZE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Opportunity scoring: Prevalence + Intent + Severity + Addressability /25.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AUDIT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300 record manual verification; 90% inter-annotator agreement.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80467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73152" cy="40233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7680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STRUCTURED EVIDENCE OBJECT DEEP-DIVE (RECORD #842 SAMPLE)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 Intent: HIGH </a:t>
            </a:r>
            <a:r>
              <a:rPr b="1" sz="1400">
                <a:solidFill>
                  <a:srgbClr val="D97706"/>
                </a:solidFill>
              </a:rPr>
              <a:t>   Friction: SIZE / FIT </a:t>
            </a:r>
            <a:r>
              <a:rPr b="1" sz="1400">
                <a:solidFill>
                  <a:srgbClr val="10B981"/>
                </a:solidFill>
              </a:rPr>
              <a:t>   Workaround: PAST ORDERS </a:t>
            </a:r>
            <a:r>
              <a:rPr b="1" sz="1400">
                <a:solidFill>
                  <a:srgbClr val="0F172A"/>
                </a:solidFill>
              </a:rPr>
              <a:t>   Source: REDDIT 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Verbatim Post Snippet: "I love these Roadster slim jeans on Myntra, but size 30 is too tight around waist and 32 slips down. I've left them saved for 2 weeks while comparing waist measurements against 3 previous orders."</a:t>
            </a:r>
            <a:br/>
            <a:r>
              <a:t>• Model Inference &amp; Confidence Score: Intent Proximity = 0.94 (Near-term purchase); Friction Severity = High; Solvability = Non-Monetary Fit Anchor.</a:t>
            </a:r>
            <a:br/>
            <a:r>
              <a:t>• Value to PM: Enables systematic quantitative comparison across friction categories while maintaining strict provenance back to raw user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474720"/>
            <a:ext cx="5303520" cy="40233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61188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QUALITY CONTROL &amp; MODEL AUDIT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300 Records Manually Audited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270 / 300 Label Agreement = 90%</a:t>
            </a:r>
          </a:p>
          <a:p>
            <a:pPr>
              <a:spcAft>
                <a:spcPts val="1600"/>
              </a:spcAft>
              <a:defRPr sz="1400">
                <a:solidFill>
                  <a:srgbClr val="CBD5E1"/>
                </a:solidFill>
              </a:defRPr>
            </a:pPr>
            <a:r>
              <a:t>• Stack: Python + GPT-4o API + GitHub Pages Explorer</a:t>
            </a:r>
            <a:br/>
            <a:r>
              <a:t>• Provenance links maintained for full auditability.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9784080" y="6126480"/>
            <a:ext cx="32918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Discovery Engine Live 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DISCOVERY ENGINE FINDINGS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Size &amp; Fit Uncertainty Ranks #1 — High Purchase Proximity and Non-Monetary Solvability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Segmenting 1,500 conversations by Intent × Friction and scoring opportunity areas on a 25-point PM rubric.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INTENT × FRICTION SEGMENTATION (n = 1,500)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01752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FFFFFF"/>
                </a:solidFill>
              </a:defRPr>
            </a:pPr>
            <a:r>
              <a:t>51.3%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HIGH INTENT / HIGH FRICTION</a:t>
            </a:r>
            <a:br/>
            <a:r>
              <a:t>Primary Target (n=770): Ready to buy, blocked by size &amp; fit uncertainty.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3017520" cy="1645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2148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22.0%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HIGH FRICTION</a:t>
            </a:r>
            <a:br/>
            <a:r>
              <a:t>Passive Browsing (n=330): Casual window shopping &amp; price watching.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3017520" cy="1645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16.7%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HIGH INTENT / LOW FRICTION</a:t>
            </a:r>
            <a:br/>
            <a:r>
              <a:t>Waiting to Execute (n=250): High desire, awaiting payday/event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840480"/>
            <a:ext cx="30175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10.0%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LOW FRICTION</a:t>
            </a:r>
            <a:br/>
            <a:r>
              <a:t>Mood-Board Archive (n=150): Long-term outfit bookmarking.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459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OPPORTUNITY PRIORITIZATION RUBRIC (/25 TOTAL)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132320" y="2011680"/>
          <a:ext cx="6949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609600"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Opportunity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Breakdown (P I S A C)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Score &amp; Status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0960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1. Size &amp; Fit Uncertainty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I:5  S:5  A:5  C:4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23 / 25 — #1 (PRIMARY WEDGE)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2. Comparison Paralysis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I:5  S:4  A:5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22 / 25 — #2 (Backlog)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3. Product Quality / Real Photo Void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I:4  S:3  A:4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19 / 25 — #3 (Backlog)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4. Price Volatility &amp;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I:4  S:4  A:2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17 / 25 — #4 (Monetary Boundary)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5. Styling &amp; Wardrobe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P:3  I:4  S:3  A:3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16 / 25 — #5 (Low Priority)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5852160"/>
            <a:ext cx="13533120" cy="13716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73152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316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KEY TAKEAWAY: FREQUENCY ≠ PRIORITY FOR GROWTH INTERVENTION</a:t>
            </a:r>
            <a:br/>
            <a:r>
              <a:t>Comparison friction appears slightly more often across browsing, but Size &amp; Fit Uncertainty ranks #1 overall because affected users are closest to purchase, their friction is severe, and the problem is fully solvable without offering monetary discounts.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PRIMARY RESEARCH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6 Wishlist Walkthroughs Reveal an Outside-App Triangulation Loop Driven by Fit Doubt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Reconstructing user decision paths from 'Saved' to 'Researched' to 'Stalled / Purchased' for near-term purchase intent.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2976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023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 / 6 (83%)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surfaced size/drape uncertainty during live walkthroughs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645920"/>
            <a:ext cx="4297680" cy="12801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66360" y="1645920"/>
            <a:ext cx="73152" cy="1280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737360"/>
            <a:ext cx="4023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11D48"/>
                </a:solidFill>
              </a:defRPr>
            </a:pPr>
            <a:r>
              <a:t>3 / 6 (50%)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cited cross-brand fit confusion as primary #1 blocker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645920"/>
            <a:ext cx="42976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0" y="1645920"/>
            <a:ext cx="731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737360"/>
            <a:ext cx="4023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 / 6 (100%)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abandoned Myntra to use outside-app workarounds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10896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05840"/>
                <a:gridCol w="1463040"/>
                <a:gridCol w="1645920"/>
                <a:gridCol w="1645920"/>
                <a:gridCol w="1828800"/>
              </a:tblGrid>
              <a:tr h="627017"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P#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Saved SKU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Stated Blocker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Outside Workaround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Required Purchase Trigger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27017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Roadster Jeans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Fit / size (30 vs 32)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Compared 3 past orders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Reliable fit comparison tool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Anouk Kurta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Bust/shoulder drape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YouTube try-on hauls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Real model height/body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HRX Running Shoes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Foot width / sizing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Reddit sizing threads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Side-by-side spec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Libas Kurti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Post-wash shrinkage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Read negative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Shrinkage rating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Allen Solly Blazer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Arm length / shoulder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Ordered 2 sizes to return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Precise shoulder measurement anchor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8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Highlander Cargos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Waist fit /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Asked friends on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Virtual outfit drape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778240" y="310896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3108960"/>
            <a:ext cx="73152" cy="4389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24612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OBSERVED OUTSIDE-APP WORKAROUND LOOP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F172A"/>
                </a:solidFill>
              </a:rPr>
              <a:t>1. SAVE ITEM: </a:t>
            </a:r>
            <a:r>
              <a:rPr sz="1400">
                <a:solidFill>
                  <a:srgbClr val="334155"/>
                </a:solidFill>
              </a:rPr>
              <a:t>User saves specific SKU &amp; size in wishlist.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F172A"/>
                </a:solidFill>
              </a:rPr>
              <a:t>2. EXIT MYNTRA: </a:t>
            </a:r>
            <a:r>
              <a:rPr sz="1400">
                <a:solidFill>
                  <a:srgbClr val="334155"/>
                </a:solidFill>
              </a:rPr>
              <a:t>Leaves app to search Reddit, YouTube, Instagram.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F172A"/>
                </a:solidFill>
              </a:rPr>
              <a:t>3. TRIANGULATE: </a:t>
            </a:r>
            <a:r>
              <a:rPr sz="1400">
                <a:solidFill>
                  <a:srgbClr val="334155"/>
                </a:solidFill>
              </a:rPr>
              <a:t>Compares past kept orders &amp; customer reviews.</a:t>
            </a:r>
          </a:p>
          <a:p>
            <a:pPr>
              <a:spcAft>
                <a:spcPts val="400"/>
              </a:spcAft>
            </a:pPr>
            <a:r>
              <a:rPr b="1" sz="1400">
                <a:solidFill>
                  <a:srgbClr val="0F172A"/>
                </a:solidFill>
              </a:rPr>
              <a:t>4. STALL CHECKOUT: </a:t>
            </a:r>
            <a:r>
              <a:rPr sz="1400">
                <a:solidFill>
                  <a:srgbClr val="334155"/>
                </a:solidFill>
              </a:rPr>
              <a:t>Remains uncertain, delays purchase, intent decays.</a:t>
            </a:r>
          </a:p>
          <a:p>
            <a:pPr>
              <a:spcBef>
                <a:spcPts val="800"/>
              </a:spcBef>
              <a:defRPr sz="1400" b="1" i="1">
                <a:solidFill>
                  <a:srgbClr val="E11D48"/>
                </a:solidFill>
              </a:defRPr>
            </a:pPr>
            <a:r>
              <a:t>“I love this pair of Roadster jeans, but my waist size is 31 — Roadster 30 is too tight and 32 slips off. I left it saved for 2 weeks while comparing waist measurements from 3 previous kept orders.” — P1 (Walkthrough Interview)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PROBLEM DEFINITION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High-Intent Shoppers Stall at Commitment Because Cross-Brand Size Labels Are Untrusted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Synthesizing findings across Business Metric → Product Outcome → AI Discovery → Primary Research → Problem Statement.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13716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316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CORE PROBLEM STATEMENT: </a:t>
            </a:r>
            <a:r>
              <a:rPr sz="1400">
                <a:solidFill>
                  <a:srgbClr val="FFFFFF"/>
                </a:solidFill>
              </a:rPr>
              <a:t>High-intent apparel shoppers with a near-term purchase goal delay moving wishlisted items to Bag because they cannot confidently predict how their selected size will fit across different brands — forcing them to leave Myntra to triangulate fit from external reviews, past purchases, and try-on content before committing.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4352544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986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TARGET USER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High-intent Myntra apparel shoppers who have shortlisted specific SKUs with near-term purchase intent.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7" y="3108960"/>
            <a:ext cx="4352544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21807" y="3291840"/>
            <a:ext cx="3986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DECISION TRIGGER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Revisiting saved items to evaluate checkout readiness for an upcoming event, season change, or wardrobe update.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9215" y="3108960"/>
            <a:ext cx="4352544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12095" y="3291840"/>
            <a:ext cx="3986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CORE ROOT OBSTACLE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Inability to translate standard size labels (S/M/L or 30/32) into personalized cross-brand fit drape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79"/>
            <a:ext cx="4352544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94959"/>
            <a:ext cx="3986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EXISTING WORKAROUND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Leaving Myntra to browse Reddit sizing threads, Instagram try-ons, YouTube hauls, or measuring past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7" y="5212079"/>
            <a:ext cx="4352544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7" y="5394959"/>
            <a:ext cx="3986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USER VALUE CREATED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Confidently resolve fit &amp; size decisions in &lt;30 seconds without leaving Myntra or ordering multiple sizes to return.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9215" y="5212079"/>
            <a:ext cx="4352544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12095" y="5394959"/>
            <a:ext cx="39867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BUSINESS VALUE UNLOCKED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Increases Wishlist-to-Bag conversion rate, shortens decision latency, and reduces fit-related returns downstream.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SOLUTION RATIONALE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Smart Wishlist + FitCheck Resolves Declared Blocker Inside the Wishlist — No Discounts Required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Designing a native decision-confidence loop that empowers shoppers to declare obstacles and receive personalized fit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FIT ANCHOR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confirms 1 kept item profile (e.g., Roadster 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DECLARE BLOCKER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tags SKU: 'Waiting on Fit', 'Price', or 'Both'.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FITCHECK ENGINE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AI matches garment specs with user's anchor profile.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4. READY TO BUY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Wishlist state transitions upon confidence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MOVE TO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commits to purchase without any discount nudge.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6675120" cy="2926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73152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WHY THIS FITS THE NON-MONETARY STRATEGIC BRIEF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Zero Subsidy &amp; Zero Margin Erosion: The solution does not rely on price slashes, coupons, or cashback nudges.</a:t>
            </a:r>
            <a:br/>
            <a:r>
              <a:t>• Pure Informational Value: Converts raw product reviews and kept order data into personal size confidence, solving the exact friction that stalls high-intent shoppers.</a:t>
            </a:r>
            <a:br/>
            <a:r>
              <a:t>• Handing Control to User: Users explicitly state what they are waiting for, transforming wishlist from passive storage into an active decision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657600"/>
            <a:ext cx="6675120" cy="2926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657600"/>
            <a:ext cx="73152" cy="2926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SCOPE DISCIPLINE &amp; EXPERIMENTAL CONTROL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Isolated Causal Experiment: The MVP isolates Fit-only to measure pure decision confidence uplift.</a:t>
            </a:r>
            <a:br/>
            <a:r>
              <a:t>• Expansion Modes: Price Watch &amp; Both tags are supported in prototype UI as secondary modes, but track organic price events only without generating discounts.</a:t>
            </a:r>
            <a:br/>
            <a:r>
              <a:t>• Testable Artefact: Prototype deployed and accessible live.</a:t>
            </a:r>
          </a:p>
        </p:txBody>
      </p:sp>
      <p:sp>
        <p:nvSpPr>
          <p:cNvPr id="20" name="Rounded Rectangle 19">
            <a:hlinkClick r:id="rId2"/>
          </p:cNvPr>
          <p:cNvSpPr/>
          <p:nvPr/>
        </p:nvSpPr>
        <p:spPr>
          <a:xfrm>
            <a:off x="10972800" y="6766560"/>
            <a:ext cx="310896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Launch Live MVP Prototype 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DEPLOYED MVP PROTOTYPE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A Publicly Accessible Live Prototype Validating the Decision-Resolution &amp; State-Transition Mechanism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Proving the non-monetary decision confidence loop before investing engineering in real-time fit ML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6751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FUNCTIONAL IN THE LIVE PROTOTYPE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Set &amp; Save Fit Anchor Profile (Brand, Size, Height, Body fit preference)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Declare Blocker Tag on Wishlist SKUs (Waiting on Fit / Price / Both)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Trigger FitCheck Decision Event &amp; Generate Confidence Rating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Transition Wishlist Item State from 'Waiting on Fit' to 'Ready to Buy'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Execute One-Tap 'Move to Bag' Action for Resolved Items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t>✓ Interactive Prototype Deployed on GitHub Pages for Testing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731520" y="5669280"/>
            <a:ext cx="292608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Live Deployed MVP 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45920"/>
            <a:ext cx="6675120" cy="475488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7830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SIMULATED / PRODUCTION BACKLOG (EXPLICIT PM TRANSPARENCY)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Real-time kept order &amp; return history API ingestion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Multi-category production ML garment measurement calibration model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Live inventory warehouse &amp; price drop event webhooks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User notification caps &amp; frequency throttling rules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Learned confidence threshold algorithms with abstention logic</a:t>
            </a:r>
          </a:p>
          <a:p>
            <a:pPr>
              <a:spcBef>
                <a:spcPts val="800"/>
              </a:spcBef>
              <a:defRPr sz="1400" b="1">
                <a:solidFill>
                  <a:srgbClr val="D97706"/>
                </a:solidFill>
              </a:defRPr>
            </a:pPr>
            <a:r>
              <a:t>Transparency Prevents 'Prototype Theatre': This MVP validates the core state-transition mechanism and user decision loop, not ML model precision.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492240"/>
            <a:ext cx="1353312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629400"/>
            <a:ext cx="1316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60-SECOND EVALUATOR TESTING PATH: [1] Set Fit Anchor → [2] Select Item &amp; Tag 'Waiting on Fit' → [3] Click FitCheck → [4] See 'Ready to Buy' State → [5] Move to Bag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DEFINE SUCCESS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Causal Lift in 30-Day Wishlist Buyer Conversion Paired with Strict Return-Rate Guardrails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Structuring metrics into business impact, mechanism validation, leading indicators, and guardrails.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352544" cy="146304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9867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BUSINESS NORTH STAR METRIC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30-Day Wishlist Buyer Conversion Rate (% unique wishlist users purchasing ≥1 saved SKU)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8927" y="1645920"/>
            <a:ext cx="4352544" cy="14630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21807" y="1737360"/>
            <a:ext cx="39867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PRIMARY MECHANISM METRIC</a:t>
            </a:r>
          </a:p>
          <a:p>
            <a:pPr>
              <a:defRPr sz="1400" b="1">
                <a:solidFill>
                  <a:srgbClr val="FFF1F2"/>
                </a:solidFill>
              </a:defRPr>
            </a:pPr>
            <a:r>
              <a:t>Condition-Resolved to Bag Rate (% of fit-tagged items moved to Bag within 72h)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9215" y="1645920"/>
            <a:ext cx="4352544" cy="1463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12095" y="1737360"/>
            <a:ext cx="39867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KEY GUARDRAIL METRIC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Fit-Related Return Rate (Must remain flat or drop; ensures fit accuracy)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291840"/>
          <a:ext cx="13533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937760"/>
                <a:gridCol w="4023360"/>
              </a:tblGrid>
              <a:tr h="587828"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Exact Definition / Formula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 / PM Rationale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587828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Adoption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fit-tagged users with a saved anchor 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Target: &gt;35% adoption in 30d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Blocker Declaration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saved items tagged with specific 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Target: &gt;45% of active wishlists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Resolution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FitChecks returning decisive recommendation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Target: &gt;80% decisive recommendations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Median Wishlist → Bag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Hours elapsed from wishlist add to Bag addition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Target: Reduce from 144h to &lt;48h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Wishlist Add Suppression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Total wishlist additions per user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Must not decrease (no added friction)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32"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Opt-Out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users disabling FitCheck reminders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Target: &lt;2.5% opt-out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RISKS &amp; MITIGATION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Mitigating False Fit Confidence, Setup Friction, and Cold Start Through Phased Rollout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Evaluating potential failure modes, business risks, and defining strict rollout gating principles.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3533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1005840"/>
                <a:gridCol w="3657600"/>
                <a:gridCol w="5029200"/>
              </a:tblGrid>
              <a:tr h="731520"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Strategy &amp; Rollout Gate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73152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False Fit Confidence → High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AI overconfident without garment measurement specs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Show 3-tier confidence bands ('High', 'Moderate', 'Uncertain'); abstain if data &lt;80%; gate rollout on return rate.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Setup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Manual multi-field input deters users upfront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Auto-infer anchor from kept orders; ask contextually when user adds item to wishlist.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Cold Start / Sparse Brand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New brands or niche categories lack fit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Blend size charts + material elasticity; output 'Not Enough Evidence' state instead of guessing.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Research Sample Generalization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6 qualitative interviews are 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Run user-level A/B test across 50,000 users segmented by category (Jeans, Ethnicwear) before 100% rollout.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09728" rIns="109728" tIns="73152" bIns="73152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Fatigue / Nudge Erosion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Repeated 'Ready to Buy' alerts feel spammy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Cap reminders to 1 per week per user; digest updates into weekly wishlist recap; 1-tap opt-out.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6126480"/>
            <a:ext cx="13533120" cy="12801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12648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ROLLOUT PRINCIPLE: EARN TRUST BEFORE REACH</a:t>
            </a:r>
            <a:br/>
            <a:r>
              <a:t>Offline data calibration → Pilot in stable categories (Jeans &amp; Ethnicwear) → Category expansion → Only then introduce secondary decision tags. 'A wishlist should actively resolve decisions, not just store products.'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
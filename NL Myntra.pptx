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ashritamalviya1999.github.io/Discovery-engine-Myntra/fitcheck.html?v=10" TargetMode="External"/><Relationship Id="rId2" Type="http://schemas.openxmlformats.org/officeDocument/2006/relationships/hyperlink" Target="https://aashritamalviya1999.github.io/Discovery-engine-Myntra/?v=10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ashritamalviya1999.github.io/Discovery-engine-Myntra/?v=10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ashritamalviya1999.github.io/Discovery-engine-Myntra/fitcheck.html?v=10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ashritamalviya1999.github.io/Discovery-engine-Myntra/fitcheck.html?v=10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Convert High-Intent Wishlisters by Resolving Size &amp; Fit Uncertainty — Without Monetary Subsidies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Wishlist adds are a stronger-than-browse interest signal, but purchase intent varies across user segments.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EXECUTIVE SUMMARY &amp; STRATEGIC THESIS: </a:t>
            </a:r>
            <a:r>
              <a:rPr sz="1400">
                <a:solidFill>
                  <a:srgbClr val="FFFFFF"/>
                </a:solidFill>
              </a:rPr>
              <a:t>Among high-intent wishlisters, conversion can stall even after product interest is established because shoppers cannot confidently predict cross-brand fit. FitCheck uses a known-good past fit as an anchor to provide personalized fit confidence, helping users progress from Saved to Ready to Buy without discounts or margin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73152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High Intent / High Friction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770 / 1,500 conversations fall into the segment closest to purchase but blocked by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29260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23 / 25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#1 Prioritized Opportunity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Fit scored 23/25 on intent proximity, severity, addressability and evidence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29260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83% (5/6)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Surfaced Fit/Drape Doubt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5/6 interviewees surfaced fit uncertainty; 3/6 (50%) cited it as their primary blocker.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5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35640" y="2926080"/>
            <a:ext cx="731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Outside-App Workarounds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All 6 participants used outside-app workarounds to resolve fit uncertainty before deciding.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217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TESTABLE ARTEFACTS &amp; LIVE PROTOTYPES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Publicly accessible tools built specifically for this case study submission: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731520" y="6035040"/>
            <a:ext cx="28346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Discovery Engine 🔗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3749039" y="6035040"/>
            <a:ext cx="28346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Deployed MVP 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7132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91440" cy="2560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END-TO-END CONVERSION FLOW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E11D48"/>
                </a:solidFill>
              </a:rPr>
              <a:t>1. DISCOVERY: </a:t>
            </a:r>
            <a:r>
              <a:rPr sz="1400">
                <a:solidFill>
                  <a:srgbClr val="334155"/>
                </a:solidFill>
              </a:rPr>
              <a:t>1,500 public conversations classified into Intent × Friction quadrants.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E11D48"/>
                </a:solidFill>
              </a:rPr>
              <a:t>2. RESEARCH: </a:t>
            </a:r>
            <a:r>
              <a:rPr sz="1400">
                <a:solidFill>
                  <a:srgbClr val="334155"/>
                </a:solidFill>
              </a:rPr>
              <a:t>6 qualitative walkthroughs isolate cross-brand size distrust.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E11D48"/>
                </a:solidFill>
              </a:rPr>
              <a:t>3. FITCHECK ENGINE: </a:t>
            </a:r>
            <a:r>
              <a:rPr sz="1400">
                <a:solidFill>
                  <a:srgbClr val="334155"/>
                </a:solidFill>
              </a:rPr>
              <a:t>Garment attributes matched against user's known-good fit anchor.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Wishlist item flips to action-ready state upon confidence signal.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E11D48"/>
                </a:solidFill>
              </a:rPr>
              <a:t>5. 30D CONVERSION: </a:t>
            </a:r>
            <a:r>
              <a:rPr sz="1400">
                <a:solidFill>
                  <a:srgbClr val="334155"/>
                </a:solidFill>
              </a:rPr>
              <a:t>User moves item to Bag &amp; signals stronger purchase commitment.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Wishlist-to-Bag Progression Is the Most Addressable Product Lever for 30-Day Conversion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Decomposing the business North Star into controllable product outcomes, user behavioral stages, and non-goals.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= (Unique users purchasing ≥1 item they wishlisted within 30 days of adding it) ÷ (Unique cohort users with ≥1 eligible wishlist add)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Behavioral drivers of 30D conversion: Wishlist Revisit → Intent Persistence → Decision Confidence → Wishlist to Bag → Bag to Purchase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User returns to saved item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Supporting behavior</a:t>
            </a:r>
            <a:br/>
            <a:r>
              <a:t>Retention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Fit uncertainty gets resolved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Chosen friction</a:t>
            </a:r>
            <a:br/>
            <a:r>
              <a:t>INTERVENTION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User commits saved SKU to Bag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Primary outcome</a:t>
            </a:r>
            <a:br/>
            <a:r>
              <a:t>Goal: Uplift vs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Checkout completes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Downstream outcome</a:t>
            </a:r>
            <a:br/>
            <a:r>
              <a:t>Standard 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586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5. 30-Day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≥1 wishlisted item purchased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Business North Star</a:t>
            </a:r>
            <a:br/>
            <a:r>
              <a:t>30-Day Cohort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6675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73152" cy="2651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STRATEGIC INTERVENTION FOCUS: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Discovery + interviews indicate that the most attractive controllable intervention point is between decision confidence and Wishlist → Bag.</a:t>
            </a:r>
            <a:br/>
            <a:r>
              <a:t>• For the fit-focused cohort, product interest is established; unresolved fit confidence remains the primary decision barrier.</a:t>
            </a:r>
            <a:br/>
            <a:r>
              <a:t>• FitCheck targets the two adjacent friction steps: resolve fit doubt → accelerate Wishlist-to-Bag conversion without monetary discounts.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846320"/>
            <a:ext cx="6675120" cy="2651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0" y="4846320"/>
            <a:ext cx="73152" cy="2651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EXPLICIT NON-GOALS &amp; SCOPE BOUNDARIES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We do NOT optimize generic wishlist additions or total app time. More bookmarking is not business success unless intent converts within 30 days.</a:t>
            </a:r>
            <a:br/>
            <a:r>
              <a:t>• We do NOT issue price cuts, coupons, or cashback incentives. The strategic constraint requires solving user decision uncertainty natively.</a:t>
            </a:r>
            <a:br/>
            <a:r>
              <a:t>• Baseline event instrumentation will validate true funnel drop-off rates across product categories.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805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rPr dirty="0"/>
              <a:t>AI-POWERED DISCOVERY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rPr lang="en-IN" sz="2100" b="1" dirty="0">
                <a:solidFill>
                  <a:srgbClr val="0F172A"/>
                </a:solidFill>
                <a:latin typeface="Inter"/>
              </a:rPr>
              <a:t>AI-powered feedback intelligence pipeline : </a:t>
            </a:r>
            <a:r>
              <a:rPr dirty="0"/>
              <a:t>Classifying 1,500 Public Conversations into Intent × Friction Evidence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rPr dirty="0"/>
              <a:t>Ingesting unstructured posts from Reddit, Play Store, and fashion forums into structured, decision-ready evidence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INGESTION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posts from Reddit, App/Play Store, YouTube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 (Intent, Friction, Workaround, Need).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LLM-tagged segmentation into 4 Intent × Friction quadrants.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scoring: Prevalence + Intent + Severity + Addressability + Confidence /25.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300 records manually audited; 90% AI–human label agreement.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80467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7680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STRUCTURED EVIDENCE OBJECT SAMPLE (RECORD #842)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11D48"/>
                </a:solidFill>
              </a:rPr>
              <a:t> Intent: HIGH </a:t>
            </a:r>
            <a:r>
              <a:rPr sz="1400" b="1">
                <a:solidFill>
                  <a:srgbClr val="D97706"/>
                </a:solidFill>
              </a:rPr>
              <a:t>   Friction: SIZE / FIT </a:t>
            </a:r>
            <a:r>
              <a:rPr sz="1400" b="1">
                <a:solidFill>
                  <a:srgbClr val="10B981"/>
                </a:solidFill>
              </a:rPr>
              <a:t>   Workaround: PAST ORDERS </a:t>
            </a:r>
            <a:r>
              <a:rPr sz="1400" b="1">
                <a:solidFill>
                  <a:srgbClr val="0F172A"/>
                </a:solidFill>
              </a:rPr>
              <a:t>   Source: REDDIT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Verbatim Post Snippet: "I love these Roadster slim jeans on Myntra, but size 30 is too tight around waist and 32 slips down. I've left them saved for 2 weeks while comparing waist measurements against 3 previous orders."</a:t>
            </a:r>
            <a:br/>
            <a:r>
              <a:t>• Model Inference: Intent Proximity = 0.94 (Near-term purchase); Friction Severity = High; Solvability = Non-Monetary Fit Anchor.</a:t>
            </a:r>
            <a:br/>
            <a:r>
              <a:t>• Value to PM: Enables systematic quantitative comparison across friction categories while maintaining strict provenance back to raw user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474720"/>
            <a:ext cx="5303520" cy="4023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36118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 &amp; MODEL AUDIT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Audited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270 / 300 Matched = 90% Agreement</a:t>
            </a:r>
          </a:p>
          <a:p>
            <a:pPr>
              <a:spcAft>
                <a:spcPts val="1600"/>
              </a:spcAft>
              <a:defRPr sz="1400">
                <a:solidFill>
                  <a:srgbClr val="CBD5E1"/>
                </a:solidFill>
              </a:defRPr>
            </a:pPr>
            <a:r>
              <a:t>• Measured: 270/300 records matched on primary Intent + Friction labels (90% AI–human label agreement).</a:t>
            </a:r>
            <a:br/>
            <a:r>
              <a:t>• Stack: Python + GPT-4o API + GitHub Pages Explorer</a:t>
            </a:r>
            <a:br/>
            <a:r>
              <a:t>• Provenance links maintained for full auditability.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9784080" y="612648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Discovery Engine Live 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ENGINE FINDINGS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Size &amp; Fit Uncertainty Ranks #1 — High Purchase Proximity and Non-Monetary Addressability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Segmenting 1,500 conversations by Intent × Friction and scoring opportunity areas on a 25-point PM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SEGMENTATION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01752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89528"/>
            <a:ext cx="274320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FFFFF"/>
                </a:solidFill>
              </a:defRPr>
            </a:pPr>
            <a:r>
              <a:rPr dirty="0"/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HIGH INTENT / HIGH FRICTION</a:t>
            </a:r>
            <a:br>
              <a:rPr dirty="0"/>
            </a:br>
            <a:r>
              <a:rPr dirty="0"/>
              <a:t>51.3% (n=770) fall into High Intent / High Friction — the primary segment for conversion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301752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(n=330): Casual window shopping &amp; price watching.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01752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(n=250): High desire, awaiting payday/event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30175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(n=150): Long-term outfit bookmarking.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PRIORITIZATION (P·I·S·A·C /25 RUBRIC)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595115"/>
              </p:ext>
            </p:extLst>
          </p:nvPr>
        </p:nvGraphicFramePr>
        <p:xfrm>
          <a:off x="7132320" y="201168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Breakdown (P·I·S·A·C)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Status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I:5  S:5  A:5  C:4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 (PRIMARY WEDGE)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I:5  S:4  A:5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 (Backlog)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3. </a:t>
                      </a:r>
                      <a:r>
                        <a:rPr lang="en-IN" sz="1400" b="0" kern="1200" dirty="0">
                          <a:solidFill>
                            <a:srgbClr val="0F172A"/>
                          </a:solidFill>
                          <a:latin typeface="Inter"/>
                          <a:ea typeface="+mn-ea"/>
                          <a:cs typeface="+mn-cs"/>
                        </a:rPr>
                        <a:t>Product Quality / Real-World Visual Evidence</a:t>
                      </a:r>
                      <a:endParaRPr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I:4  S:3  A:4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 (Backlog)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I:4  S:4  A:2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 (Monetary 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P:3  I:4  S:3  A:3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16 / 25 — #5 (Low Priority)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852160"/>
            <a:ext cx="1353312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TAKEAWAY: FREQUENCY ≠ PRIORITY FOR GROWTH INTERVENTION</a:t>
            </a:r>
            <a:br/>
            <a:r>
              <a:t>Comparison friction appears slightly more often across browsing, but Size &amp; Fit Uncertainty ranks #1 overall because affected users are closest to purchase, their friction is severe, and the problem is addressable without monetary discounts. (P=Prevalence, I=Intent, S=Severity, A=Addressability, C=Confidence)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6 Wishlist Walkthroughs Reveal Users Leave Myntra to Resolve Fit Uncertainty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Reconstructing user decision paths from 'Saved' to 'Researched' to 'Stalled / Purchased'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 (83%)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surfaced size/drape uncertainty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508760"/>
            <a:ext cx="4297680" cy="1188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66360" y="1508760"/>
            <a:ext cx="73152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55448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 (50%)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named cross-brand fit as their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50876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84080" y="150876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21240" y="155448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outside-app workarounds to resolve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93491"/>
            <a:ext cx="135331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39211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rPr dirty="0"/>
              <a:t>USER DECISION JOURNEY: Wishlist Add → 'Will this fit me?' → External Research → Still Uncertain → Delayed Purchase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242872"/>
              </p:ext>
            </p:extLst>
          </p:nvPr>
        </p:nvGraphicFramePr>
        <p:xfrm>
          <a:off x="548640" y="3429000"/>
          <a:ext cx="8119871" cy="4023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0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0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Saved SKU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Stated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Outside Workaround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 dirty="0"/>
                        <a:t>Required 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 (30 vs 32)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Compared 3 past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Kurta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Bust/shoulder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YouTube try-on hauls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Real model height/body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Foot width /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Reddit sizing threads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rPr dirty="0"/>
                        <a:t>Post-wash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Read negative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Arm length / shoulder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Ordered 2 sizes to return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Precise shoulder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Waist fit /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Asked friends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Virtual outfit drape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961120" y="3429000"/>
            <a:ext cx="53035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95044" y="3428999"/>
            <a:ext cx="73152" cy="400507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1" y="3671192"/>
            <a:ext cx="493776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USERS LEAVE MYNTRA TO RESOLVE FIT UNCERTAINTY</a:t>
            </a: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</a:rPr>
              <a:t>1. SAVE ITEM: </a:t>
            </a:r>
            <a:r>
              <a:rPr sz="1400" dirty="0">
                <a:solidFill>
                  <a:srgbClr val="334155"/>
                </a:solidFill>
              </a:rPr>
              <a:t>User saves specific SKU &amp; size in </a:t>
            </a:r>
            <a:r>
              <a:rPr sz="1400" dirty="0" err="1">
                <a:solidFill>
                  <a:srgbClr val="334155"/>
                </a:solidFill>
              </a:rPr>
              <a:t>wishlist</a:t>
            </a:r>
            <a:r>
              <a:rPr sz="14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</a:rPr>
              <a:t>2. EXIT MYNTRA: </a:t>
            </a:r>
            <a:r>
              <a:rPr sz="1400" dirty="0">
                <a:solidFill>
                  <a:srgbClr val="334155"/>
                </a:solidFill>
              </a:rPr>
              <a:t>Leaves app to search Reddit, YouTube, Instagram.</a:t>
            </a: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</a:rPr>
              <a:t>3. TRIANGULATE: </a:t>
            </a:r>
            <a:r>
              <a:rPr sz="1400" dirty="0">
                <a:solidFill>
                  <a:srgbClr val="334155"/>
                </a:solidFill>
              </a:rPr>
              <a:t>Compares past kept orders &amp; customer reviews.</a:t>
            </a: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</a:rPr>
              <a:t>4. DELAY PURCHASE: </a:t>
            </a:r>
            <a:r>
              <a:rPr sz="1400" dirty="0">
                <a:solidFill>
                  <a:srgbClr val="334155"/>
                </a:solidFill>
              </a:rPr>
              <a:t>Uncertainty persists, purchase is postponed, and intent decays.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1" i="1">
                <a:solidFill>
                  <a:srgbClr val="E11D48"/>
                </a:solidFill>
              </a:defRPr>
            </a:pPr>
            <a:r>
              <a:rPr dirty="0"/>
              <a:t>“I love this pair of Roadster jeans, but my waist size is 31 </a:t>
            </a:r>
            <a:r>
              <a:rPr lang="en-IN" dirty="0"/>
              <a:t>-</a:t>
            </a:r>
            <a:r>
              <a:rPr dirty="0"/>
              <a:t> Roadster 30 is too tight and 32 slips off. I left it saved for 2 weeks while comparing waist measurements from 3 previous kept orders.” </a:t>
            </a:r>
            <a:r>
              <a:rPr lang="en-IN" dirty="0"/>
              <a:t>:</a:t>
            </a:r>
            <a:r>
              <a:rPr dirty="0"/>
              <a:t> P1 (Walkthrough Interview)</a:t>
            </a:r>
          </a:p>
          <a:p>
            <a:pPr>
              <a:defRPr sz="1300" b="1">
                <a:solidFill>
                  <a:srgbClr val="475569"/>
                </a:solidFill>
              </a:defRPr>
            </a:pPr>
            <a:r>
              <a:rPr dirty="0"/>
              <a:t>Note: Primary research covered fit-sensitive fashion categories (apparel &amp; footwear); MVP scope was subsequently narrowed to apparel.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High-Intent Shoppers Stall at Commitment Because Cross-Brand Size Labels Don't Translate into Personal Fit Confidence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Synthesizing findings across Business Metric → Product Outcome → AI Discovery → Primary Research → Problem Statement.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EVIDENCE CHAIN: 30D Buyer Conversion → Wishlist to Bag → AI Discovery (Fit #1 23/25) → Interviews (5/6 Surface Fit) → Root Cause (Cross-Brand Size Distrust)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CORE 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wishlisted items to Bag because they cannot confidently predict how their selected size will fit across different brands — forcing them to leave Myntra to triangulate fit from external reviews, past purchases, and try-on content before committing.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TARGET USER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Myntra apparel shoppers who have shortlisted specific SKUs with near-term purchase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7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7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DECISION TRIGGER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saved items to evaluate checkout readiness for an upcoming event, season change, or wardrobe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5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12095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CORE ROOT OBSTACLE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Inability to translate standard size labels (S/M/L or 30/32) into personalized fit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EXISTING 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Leaving Myntra to browse Reddit sizing threads, Instagram try-ons, YouTube hauls, or measuring past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7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1807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USER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Confidently resolve fit &amp; size decisions quickly in one in-app flow without ordering multiple sizes to return.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5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5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BUSINESS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 Wishlist-to-Bag progression and reduce decision latency without worsening fit-related returns.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Smart Wishlist + FitCheck Resolves Declared Blocker Inside the Wishlist — No Discounts Required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Designing a native decision-confidence loop that empowers shoppers to declare obstacles and receive personalized fit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confirms 1 kept item profile (e.g., Roadster 30).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DECLARE BLOCKER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tags SKU: 'Waiting on Fit'.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FITCHECK ENGINE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Uses a known-good fit anchor and available product information to build personal fit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Wishlist state transitions upon confidence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moves item to Bag, signaling stronger purchase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667512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rPr dirty="0"/>
              <a:t>WHY THIS FITS THE NON-MONETARY STRATEGIC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rPr dirty="0"/>
              <a:t>• Zero Subsidy &amp; Zero Margin Erosion: The solution does not rely on price slashes, coupons, or cashback nudges.</a:t>
            </a:r>
            <a:br>
              <a:rPr dirty="0"/>
            </a:br>
            <a:r>
              <a:rPr dirty="0"/>
              <a:t>• Pure Informational Value: Uses a known-good fit anchor and available product information to build personal fit confidence.</a:t>
            </a:r>
            <a:br>
              <a:rPr dirty="0"/>
            </a:br>
            <a:r>
              <a:rPr dirty="0"/>
              <a:t>• Handing Control to User: Users explicitly state what they are waiting for, transforming </a:t>
            </a:r>
            <a:r>
              <a:rPr dirty="0" err="1"/>
              <a:t>wishlist</a:t>
            </a:r>
            <a:r>
              <a:rPr dirty="0"/>
              <a:t> from passive storage into an active decision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66751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rPr dirty="0"/>
              <a:t>SCOPE DISCIPLINE &amp; EXPERIMENTAL CONTROL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rPr dirty="0"/>
              <a:t>• Isolated Causal Experiment: The </a:t>
            </a:r>
            <a:r>
              <a:rPr dirty="0" err="1"/>
              <a:t>FitCheck</a:t>
            </a:r>
            <a:r>
              <a:rPr dirty="0"/>
              <a:t> MVP isolates Fit-only to measure pure decision confidence uplift.</a:t>
            </a:r>
            <a:br>
              <a:rPr dirty="0"/>
            </a:br>
            <a:r>
              <a:rPr dirty="0"/>
              <a:t>• Architecture Extensibility: Architecture can later support other declared blockers such as organic price events; excluded from the Fit MVP experiment.</a:t>
            </a:r>
            <a:br>
              <a:rPr dirty="0"/>
            </a:br>
            <a:r>
              <a:rPr dirty="0"/>
              <a:t>• Testable Artefact: Prototype deployed and accessible live.</a:t>
            </a:r>
          </a:p>
        </p:txBody>
      </p:sp>
      <p:sp>
        <p:nvSpPr>
          <p:cNvPr id="20" name="Rounded Rectangle 19">
            <a:hlinkClick r:id="rId2"/>
          </p:cNvPr>
          <p:cNvSpPr/>
          <p:nvPr/>
        </p:nvSpPr>
        <p:spPr>
          <a:xfrm>
            <a:off x="10972800" y="6766560"/>
            <a:ext cx="3108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 dirty="0"/>
              <a:t>Launch Live MVP Prototype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 PROTOTYPE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Demonstrating the Decision-Resolution &amp; State-Transition Interface Flow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Testing the non-monetary decision-confidence loop before investing engineering in real-time fit ML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4754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LIVE MVP INTERFACE SCREENFLOW (SAME-CATEGORY MATCHING)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4688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54864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 SCREEN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Roadster Slim Fit Jeans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Size 30, Waist 30"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✓ Active Kept Anchor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 inputs known-good fit item to establish baseline 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40280"/>
            <a:ext cx="2468880" cy="32004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2240280"/>
            <a:ext cx="54864" cy="3200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FITCHECK SIGNAL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Highlander Cargo Pants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Size 30, Waist 30.5"</a:t>
            </a:r>
          </a:p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Tag: [Waiting on Fit]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Prototype returns a High Fit Confidence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240280"/>
            <a:ext cx="246888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2240280"/>
            <a:ext cx="54864" cy="3200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READY TO BUY STATE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Highlander Cargo Pants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Recommended: Size 30</a:t>
            </a:r>
          </a:p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✓ Ready to Buy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Wishlist item state flips; 1-tap 'Move to Bag' CTA unlocked.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731520" y="5623560"/>
            <a:ext cx="7680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Deployed MVP Prototype 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645920"/>
            <a:ext cx="5303520" cy="4754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LIVE MVP vs PROTOTYPE SCOPE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LIVE TODAY IN MVP (FIT-ONLY FLOW):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Set &amp; Save Fit Anchor Profile (Roadster Slim Fit Jeans - Size 30)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Declare 'Waiting on Fit' for primary MVP flow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Run FitCheck signal &amp; confidence state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Transition status from 'Waiting on Fit' to 'Ready to Buy'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Execute One-Tap 'Move to Bag' Action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PROTOTYPE BREADTH vs EXPERIMENT SCOPE: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Declare 'Waiting on Fit' for primary MVP flow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Prototype architecture supports Price/Both; excluded from Fit experiment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PRODUCTION VALIDATION (UNVALIDATED BACKLOG):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Past-order API ingestion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Garment measurement ML model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Confidence calibration engine</a:t>
            </a:r>
          </a:p>
          <a:p>
            <a:pPr>
              <a:spcBef>
                <a:spcPts val="400"/>
              </a:spcBef>
              <a:defRPr sz="1400" b="1" i="1">
                <a:solidFill>
                  <a:srgbClr val="D97706"/>
                </a:solidFill>
              </a:defRPr>
            </a:pPr>
            <a:r>
              <a:t>Note: Prototype breadth ≠ experimental scope. FitCheck isolates Fit-only for the primary A/B experiment.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492240"/>
            <a:ext cx="1353312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629400"/>
            <a:ext cx="1316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TESTING PATH: [1] Set Fit Anchor → [2] Select Item &amp; Tag 'Waiting on Fit' → [3] Click FitCheck → [4] See 'Ready to Buy' State → [5] Move to Bag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We scale only if FitCheck lifts 30-day conversion without increasing fit-related returns.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Structuring metrics into business impact, mechanism validation, leading indicators, quality metrics,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4352544" cy="1115568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BUSINESS NORTH STAR METRIC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30-Day Wishlist Buyer Conversion Rate (% unique wishlist users purchasing ≥1 saved SKU)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7" y="1600200"/>
            <a:ext cx="4352544" cy="11155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21807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PRIMARY MECHANISM METRIC</a:t>
            </a:r>
          </a:p>
          <a:p>
            <a:pPr>
              <a:defRPr sz="1300" b="1">
                <a:solidFill>
                  <a:srgbClr val="FFF1F2"/>
                </a:solidFill>
              </a:defRPr>
            </a:pPr>
            <a:r>
              <a:t>Condition-Resolved to Bag Rate (% of fit-tagged items moved to Bag within 72h)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9215" y="1600200"/>
            <a:ext cx="4352544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12095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KEY GUARDRAIL METRIC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Fit-Related Return Rate (Must remain flat or drop; ensures fit accuracy)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35331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13167360" cy="10789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11D48"/>
                </a:solidFill>
              </a:defRPr>
            </a:pPr>
            <a:r>
              <a:t>CAUSAL A/B TEST EXPERIMENT DESIGN &amp; SAMPLE RIGOR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Population: High-intent users with eligible fit-sensitive wishlisted SKU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Control: Existing Wishlist   |   Treatment: Wishlist + FitCheck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Design: User-level randomization   |   30-day window   |   power-based sample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Scale if: 30D conversion ↑ and fit-related return rate ≤ control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069080"/>
          <a:ext cx="13533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Exact Definition / Formula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/ PM Rationale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Adoption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saved anchor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Blocker Declaration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saved items tagged with specific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eligible FitChecks receiving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Measures system ability to return confident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Quality /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Post-Purchase Fit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purchases where users report fit was accurate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Direct measure of fit recommendation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Fit-Related Return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Returns per 100 purchases due to sizing/fit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Must remain flat or drop vs control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disabling FitCheck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Prevents notification fatigue and trust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Mitigating False Fit Confidence, Setup Friction, and Cold Start Through Phased Rollout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Evaluating potential failure modes, business risks, and defining strict rollout gating principles.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5486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CRITICAL RISK: False fit confidence can turn a stalled wishlist into a costly return — worse than doing nothing.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Strategy &amp;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/ Fit-Related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AI overconfident without garment specs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Abstain below a calibrated confidence threshold; show confidence bands; gate rollout on return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Manual multi-field input deters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Auto-infer anchor from kept orders; ask contextually when user adds item to wishlist.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 or niche categories lack fit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 elasticity; output 'Not Enough Evidence' state instead of guessing.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qualitative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Determine sample size through power analysis using baseline conversion and predefined MDE; segment by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Nudge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Repeated 'Ready to Buy' alerts feel spammy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dirty="0"/>
                        <a:t>Cap reminders to 1 per week per user; digest updates into weekly </a:t>
                      </a:r>
                      <a:r>
                        <a:rPr dirty="0" err="1"/>
                        <a:t>wishlist</a:t>
                      </a:r>
                      <a:r>
                        <a:rPr dirty="0"/>
                        <a:t> recap; 1-tap opt-out.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6126480"/>
            <a:ext cx="1353312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</a:t>
            </a:r>
            <a:br/>
            <a:r>
              <a:t>Offline data calibration → Pilot in high-volume categories with sufficient fit evidence → Validate conversion + return guardrails → Expand category coverage. 'A wishlist should actively resolve decisions, not just store products.'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3060</Words>
  <Application>Microsoft Office PowerPoint</Application>
  <PresentationFormat>Custom</PresentationFormat>
  <Paragraphs>330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Sanjay Malviya</dc:creator>
  <cp:keywords/>
  <dc:description>generated using python-pptx</dc:description>
  <cp:lastModifiedBy>Sanjay Malviya</cp:lastModifiedBy>
  <cp:revision>4</cp:revision>
  <dcterms:created xsi:type="dcterms:W3CDTF">2013-01-27T09:14:16Z</dcterms:created>
  <dcterms:modified xsi:type="dcterms:W3CDTF">2026-09-04T21:59:37Z</dcterms:modified>
  <cp:category/>
</cp:coreProperties>
</file>
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GROWTH PM CASE STUDY · MYNTRA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Convert more wishlisters by resolving the last uncertainty — not by discounting.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Smart Wishlist + FitCheck turns a passive save into a decision-ready state for high-intent apparel shoppers — and measures whether that confidence actually moves them to Bag and purchase within 30 days.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219456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51.3%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of analyzed conversations fell in high-intent / high-friction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66160"/>
            <a:ext cx="91440" cy="1280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63240" y="3566160"/>
            <a:ext cx="219456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23/25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Fit uncertainty ranked #1 on the opportunity rubric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3566160"/>
            <a:ext cx="91440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94960" y="3566160"/>
            <a:ext cx="219456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5 / 6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interviews surfaced fit / drape uncertainty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3566160"/>
            <a:ext cx="91440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3291840" cy="59436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Open AI Discovery Engine 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5029200"/>
            <a:ext cx="329184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Open Live MVP 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No monetary incentives · 10-slide submission · live artefacts linked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731520"/>
            <a:ext cx="3657600" cy="5394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THE MECHANISM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From “Saved” to “Ready to Buy”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0" y="1645920"/>
            <a:ext cx="365760" cy="365760"/>
          </a:xfrm>
          <a:prstGeom prst="ellipse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5544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SAVED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User has explicit interest, not commitment</a:t>
            </a:r>
          </a:p>
        </p:txBody>
      </p:sp>
      <p:sp>
        <p:nvSpPr>
          <p:cNvPr id="18" name="Oval 17"/>
          <p:cNvSpPr/>
          <p:nvPr/>
        </p:nvSpPr>
        <p:spPr>
          <a:xfrm>
            <a:off x="8046720" y="2423160"/>
            <a:ext cx="365760" cy="365760"/>
          </a:xfrm>
          <a:prstGeom prst="ellipse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3317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FIT UNCERTAIN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Cross-brand size / drape is unresolved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0" y="3200400"/>
            <a:ext cx="365760" cy="36576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108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FIT RESOLVED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FitCheck returns transparent signal</a:t>
            </a:r>
          </a:p>
        </p:txBody>
      </p:sp>
      <p:sp>
        <p:nvSpPr>
          <p:cNvPr id="22" name="Oval 21"/>
          <p:cNvSpPr/>
          <p:nvPr/>
        </p:nvSpPr>
        <p:spPr>
          <a:xfrm>
            <a:off x="8046720" y="3977640"/>
            <a:ext cx="365760" cy="36576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8862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READY TO BUY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User decides; item becomes action-ready</a:t>
            </a:r>
          </a:p>
        </p:txBody>
      </p:sp>
      <p:sp>
        <p:nvSpPr>
          <p:cNvPr id="24" name="Oval 23"/>
          <p:cNvSpPr/>
          <p:nvPr/>
        </p:nvSpPr>
        <p:spPr>
          <a:xfrm>
            <a:off x="8046720" y="4754880"/>
            <a:ext cx="365760" cy="365760"/>
          </a:xfrm>
          <a:prstGeom prst="ellipse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66344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BAG → PURCHASE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Commitment advances toward 30-day goal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5486400"/>
            <a:ext cx="3291840" cy="548640"/>
          </a:xfrm>
          <a:prstGeom prst="roundRect">
            <a:avLst/>
          </a:prstGeom>
          <a:solidFill>
            <a:srgbClr val="FFF1F2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Thesis: decision confidence is the addressable growth lever.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BUSINESS METRIC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business metric moves only when wishlisted users progress from intent to commitment.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The brief is user-level, so the North Star must also be user-level — not an SKU conversion proxy.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Myntra · Wishlist-to-Purchase Growth Case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728655" cy="68580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30-Day Wishlist Buyer Conversion  =  (Unique users who purchase ≥1 item they wishlisted within 30 days of that add) ÷ (Unique users with ≥1 eligible wishlist add in cohort window)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97280" cy="3200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LEVERS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998878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3154680"/>
            <a:ext cx="320040" cy="320040"/>
          </a:xfrm>
          <a:prstGeom prst="ellipse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63240"/>
            <a:ext cx="145023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Wishlist revisit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Return to saved item in ≤7d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13278" y="3017520"/>
            <a:ext cx="1998878" cy="1280160"/>
          </a:xfrm>
          <a:prstGeom prst="roundRect">
            <a:avLst/>
          </a:prstGeom>
          <a:solidFill>
            <a:srgbClr val="FFF1F2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50438" y="3154680"/>
            <a:ext cx="320040" cy="32004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6198" y="3063240"/>
            <a:ext cx="145023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Decision resolution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Fit / comparison doubt is resolved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5036" y="3017520"/>
            <a:ext cx="1998878" cy="1280160"/>
          </a:xfrm>
          <a:prstGeom prst="roundRect">
            <a:avLst/>
          </a:prstGeom>
          <a:solidFill>
            <a:srgbClr val="FFF1F2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32196" y="3154680"/>
            <a:ext cx="320040" cy="32004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7956" y="3063240"/>
            <a:ext cx="145023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Wishlist → Bag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Commit the shortlisted item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76794" y="3017520"/>
            <a:ext cx="1998878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13954" y="3154680"/>
            <a:ext cx="320040" cy="320040"/>
          </a:xfrm>
          <a:prstGeom prst="ellipse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9714" y="3063240"/>
            <a:ext cx="145023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Bag → Purchase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Complete the transaction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58552" y="3017520"/>
            <a:ext cx="1998878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95712" y="3154680"/>
            <a:ext cx="320040" cy="320040"/>
          </a:xfrm>
          <a:prstGeom prst="ellipse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1472" y="3063240"/>
            <a:ext cx="145023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30-day window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Do it before intent decays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80560"/>
            <a:ext cx="521208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Where this project intervenes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High-intent users already like the item. FitCheck targets the two adjacent, controllable steps: resolve the decision blocker → increase Wishlist-to-Bag progression.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8095" y="4480560"/>
            <a:ext cx="5212080" cy="1645920"/>
          </a:xfrm>
          <a:prstGeom prst="round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What we do NOT optimize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Generic wishlist adds or time-in-app. More saving is not success unless saved intent converts within 30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AI-POWERED DISCOVERY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discovery engine turns 1,500 messy conversations into ranked, traceable opportunities.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It classifies intent and friction separately, preserves provenance, and exposes the evidence behind every opportunity.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Myntra · Wishlist-to-Purchase Growth Case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998878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65960"/>
            <a:ext cx="320040" cy="320040"/>
          </a:xfrm>
          <a:prstGeom prst="ellipse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20240"/>
            <a:ext cx="145023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INGEST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1,500 public conversations</a:t>
            </a:r>
            <a:br/>
            <a:r>
              <a:t>Reddit · Play Store · blogs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3278" y="1828800"/>
            <a:ext cx="1998878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50438" y="1965960"/>
            <a:ext cx="320040" cy="320040"/>
          </a:xfrm>
          <a:prstGeom prst="ellipse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6198" y="1920240"/>
            <a:ext cx="145023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STRUCTURE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14-field multi-label schema</a:t>
            </a:r>
            <a:br/>
            <a:r>
              <a:t>Intent · friction · workaround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5036" y="1828800"/>
            <a:ext cx="1998878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32196" y="1965960"/>
            <a:ext cx="320040" cy="320040"/>
          </a:xfrm>
          <a:prstGeom prst="ellipse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7956" y="1920240"/>
            <a:ext cx="145023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SEGMENT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Intent × friction states</a:t>
            </a:r>
            <a:br/>
            <a:r>
              <a:t>Separates storage from friction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76794" y="1828800"/>
            <a:ext cx="1998878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13954" y="1965960"/>
            <a:ext cx="320040" cy="320040"/>
          </a:xfrm>
          <a:prstGeom prst="ellipse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9714" y="1920240"/>
            <a:ext cx="145023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PRIORITIZE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Opportunity score /25</a:t>
            </a:r>
            <a:br/>
            <a:r>
              <a:t>P + I + S + A + 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58552" y="1828800"/>
            <a:ext cx="1998878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95712" y="1965960"/>
            <a:ext cx="320040" cy="320040"/>
          </a:xfrm>
          <a:prstGeom prst="ellipse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1472" y="1920240"/>
            <a:ext cx="145023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AUDIT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Human review + explorer</a:t>
            </a:r>
            <a:br/>
            <a:r>
              <a:t>300 checked; links retained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57600"/>
            <a:ext cx="640080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A record becomes a decision-ready evidence object — not just a sentiment label.</a:t>
            </a:r>
          </a:p>
          <a:p>
            <a:br/>
            <a:pPr>
              <a:defRPr sz="1400">
                <a:solidFill>
                  <a:srgbClr val="475569"/>
                </a:solidFill>
              </a:defRPr>
            </a:pPr>
            <a:r>
              <a:t>Why it matters: this lets the PM compare opportunity areas by purchase proximity, severity and addressability — while still drilling back to source evidence.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206240"/>
            <a:ext cx="1737360" cy="457200"/>
          </a:xfrm>
          <a:prstGeom prst="roundRect">
            <a:avLst/>
          </a:prstGeom>
          <a:solidFill>
            <a:srgbClr val="FFF1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Intent: HIGH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34640" y="4206240"/>
            <a:ext cx="1737360" cy="457200"/>
          </a:xfrm>
          <a:prstGeom prst="roundRect">
            <a:avLst/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Friction: FIT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4206240"/>
            <a:ext cx="1737360" cy="45720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Workaround: PAST ORDERS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754880"/>
            <a:ext cx="1737360" cy="457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Source: REDDIT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34640" y="4754880"/>
            <a:ext cx="1737360" cy="457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Confidence: 0.91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3657600"/>
            <a:ext cx="4053535" cy="246888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QUALITY CONTROL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300  records manually reviewed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270 / 300  label agreement = 90%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5212080"/>
            <a:ext cx="3687775" cy="5486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 the engine live 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DISCOVERY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Fit uncertainty is the highest-value non-monetary wedge — not simply the most frequent complaint.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The engine separates purchase intent from friction, then scores opportunities on prevalence, intent proximity, severity, addressability and confidence.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Myntra · Wishlist-to-Purchase Growth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Intent × friction distribution (n = 1,500)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2560320" cy="1737360"/>
          </a:xfrm>
          <a:prstGeom prst="round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51.3%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HIGH INTENT / HIGH FRICTION</a:t>
            </a:r>
            <a:br/>
            <a:r>
              <a:t>Primary growth target · n=770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103120"/>
            <a:ext cx="2560320" cy="1737360"/>
          </a:xfrm>
          <a:prstGeom prst="roundRect">
            <a:avLst/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2800" b="1">
                <a:solidFill>
                  <a:srgbClr val="0F172A"/>
                </a:solidFill>
              </a:defRPr>
            </a:pPr>
            <a:r>
              <a:t>22.0%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LOW INTENT / HIGH FRICTION</a:t>
            </a:r>
            <a:br/>
            <a:r>
              <a:t>Passive browsing · n=330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2560320" cy="173736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2800" b="1">
                <a:solidFill>
                  <a:srgbClr val="0F172A"/>
                </a:solidFill>
              </a:defRPr>
            </a:pPr>
            <a:r>
              <a:t>16.7%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HIGH INTENT / LOW FRICTION</a:t>
            </a:r>
            <a:br/>
            <a:r>
              <a:t>Waiting to execute · n=250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4023360"/>
            <a:ext cx="2560320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2800" b="1">
                <a:solidFill>
                  <a:srgbClr val="0F172A"/>
                </a:solidFill>
              </a:defRPr>
            </a:pPr>
            <a:r>
              <a:t>10.0%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LOW INTENT / LOW FRICTION</a:t>
            </a:r>
            <a:br/>
            <a:r>
              <a:t>Mood-board archive · n=150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Opportunity ranking (/25)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 Size &amp; Fit Uncertainty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267712"/>
            <a:ext cx="1645920" cy="228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26880" y="2267712"/>
            <a:ext cx="1514246" cy="22860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64240" y="21945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8346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 Comparison Paralysis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2907792"/>
            <a:ext cx="1645920" cy="228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0" y="2907792"/>
            <a:ext cx="1448409" cy="22860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0" y="28346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4747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 Product Reality / Quality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3547872"/>
            <a:ext cx="1645920" cy="228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26880" y="3547872"/>
            <a:ext cx="1250899" cy="2286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0" y="34747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14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4 Price Volatility &amp; Context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4187952"/>
            <a:ext cx="1645920" cy="228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0" y="4187952"/>
            <a:ext cx="1119225" cy="2286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64240" y="41148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7548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5 Styling &amp; Wardrobe Match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4828032"/>
            <a:ext cx="1645920" cy="228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26880" y="4828032"/>
            <a:ext cx="1053388" cy="2286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64240" y="4754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303520"/>
            <a:ext cx="5059375" cy="822960"/>
          </a:xfrm>
          <a:prstGeom prst="roundRect">
            <a:avLst/>
          </a:prstGeom>
          <a:solidFill>
            <a:srgbClr val="FFF1F2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Frequency ≠ priority. Fit wins because the affected users are closer to purchase, the friction is severe, and the problem is addressable without monetary incentives.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PRIMARY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Interviews narrowed the hypothesis: fit appeared in 5/6 journeys and was the primary blocker for 3/6.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Six wishlist walkthroughs reconstructed the path from “saved” to “researched” to “delayed / bought” for near-term purchase intent.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Myntra · Wishlist-to-Purchase Growth Case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56432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5 / 6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mentioned fit or drape somewhere in the decision journey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737360"/>
            <a:ext cx="3456432" cy="1005840"/>
          </a:xfrm>
          <a:prstGeom prst="roundRect">
            <a:avLst/>
          </a:prstGeom>
          <a:solidFill>
            <a:srgbClr val="FFF1F2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2400" b="1">
                <a:solidFill>
                  <a:srgbClr val="E11D48"/>
                </a:solidFill>
              </a:defRPr>
            </a:pPr>
            <a:r>
              <a:t>3 / 6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identified fit / size as the primary blocker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737360"/>
            <a:ext cx="3456432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6 / 6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used an outside-app workaround before deciding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What each participant was waiting on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320040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2286000"/>
              </a:tblGrid>
              <a:tr h="39188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P#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Wishlisted item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Primary blocker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Roadster jeans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11D48"/>
                          </a:solidFill>
                        </a:defRPr>
                      </a:pPr>
                      <a:r>
                        <a:t>Fit / size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Anouk dress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11D48"/>
                          </a:solidFill>
                        </a:defRPr>
                      </a:pPr>
                      <a:r>
                        <a:t>Fit &amp; drape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HRX shoes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Comparison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Libas kurti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11D48"/>
                          </a:solidFill>
                        </a:defRPr>
                      </a:pPr>
                      <a:r>
                        <a:t>Post-wash 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P5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Allen Solly blazer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Fabric quality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P6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Highlander cargos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Styling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0" y="28346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Observed workaround loop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200400"/>
            <a:ext cx="5059375" cy="53035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60" y="3291840"/>
            <a:ext cx="347472" cy="347472"/>
          </a:xfrm>
          <a:prstGeom prst="ellipse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200400"/>
            <a:ext cx="4389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SAVE:  Specific item / size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94760"/>
            <a:ext cx="5059375" cy="530352"/>
          </a:xfrm>
          <a:prstGeom prst="roundRect">
            <a:avLst/>
          </a:prstGeom>
          <a:solidFill>
            <a:srgbClr val="FFF1F2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37960" y="3886200"/>
            <a:ext cx="347472" cy="34747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794760"/>
            <a:ext cx="4389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LEAVE APP:  Reddit · YouTube · Instagram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389120"/>
            <a:ext cx="5059375" cy="53035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37960" y="4480560"/>
            <a:ext cx="347472" cy="347472"/>
          </a:xfrm>
          <a:prstGeom prst="ellipse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389120"/>
            <a:ext cx="4389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TRIANGULATE:  Past orders · reviews · social proof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983480"/>
            <a:ext cx="5059375" cy="53035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37960" y="5074920"/>
            <a:ext cx="347472" cy="347472"/>
          </a:xfrm>
          <a:prstGeom prst="ellipse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983480"/>
            <a:ext cx="4389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DELAY:  Still not confident enough to commit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623560"/>
            <a:ext cx="5059375" cy="502920"/>
          </a:xfrm>
          <a:prstGeom prst="roundRect">
            <a:avLst/>
          </a:prstGeom>
          <a:solidFill>
            <a:srgbClr val="FFF1F2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400" i="1">
                <a:solidFill>
                  <a:srgbClr val="E11D48"/>
                </a:solidFill>
              </a:defRPr>
            </a:pPr>
            <a:r>
              <a:t>“Roadster 30 is too tight; 32 slips off. I compared three previous orders.” — P1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root problem is not lack of desire — it is lack of trusted, personalized fit confidence at the commitment moment.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The thinking narrows consistently from the business metric to a specific user, moment, root cause and product outcome.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Myntra · Wishlist-to-Purchase Growth Case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998878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400" b="1">
                <a:solidFill>
                  <a:srgbClr val="475569"/>
                </a:solidFill>
              </a:defRPr>
            </a:pPr>
            <a:r>
              <a:t>BUSINESS METRIC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30D wishlist buyers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13278" y="1691640"/>
            <a:ext cx="1998878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400" b="1">
                <a:solidFill>
                  <a:srgbClr val="475569"/>
                </a:solidFill>
              </a:defRPr>
            </a:pPr>
            <a:r>
              <a:t>PRODUCT OUTCOME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Wishlist → Bag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5036" y="1691640"/>
            <a:ext cx="1998878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400" b="1">
                <a:solidFill>
                  <a:srgbClr val="475569"/>
                </a:solidFill>
              </a:defRPr>
            </a:pPr>
            <a:r>
              <a:t>AI DISCOVERY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Fit #1 · 23/25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76794" y="1691640"/>
            <a:ext cx="1998878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400" b="1">
                <a:solidFill>
                  <a:srgbClr val="475569"/>
                </a:solidFill>
              </a:defRPr>
            </a:pPr>
            <a:r>
              <a:t>INTERVIEWS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5/6 surfaced fit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58552" y="1691640"/>
            <a:ext cx="1998878" cy="731520"/>
          </a:xfrm>
          <a:prstGeom prst="roundRect">
            <a:avLst/>
          </a:prstGeom>
          <a:solidFill>
            <a:srgbClr val="FFF1F2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ROOT PROBLEM</a:t>
            </a:r>
          </a:p>
          <a:p>
            <a:pPr>
              <a:defRPr sz="1400" b="1">
                <a:solidFill>
                  <a:srgbClr val="E11D48"/>
                </a:solidFill>
              </a:defRPr>
            </a:pPr>
            <a:r>
              <a:t>Cross-brand fit trust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10728655" cy="118872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High-intent apparel shoppers with a near-term purchase goal delay moving a wishlisted item to Bag because they cannot confidently predict how their selected size will fit across brands — so they leave Myntra to triangulate fit from reviews, past orders and try-on content before committing.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456432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WHO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High-intent apparel shoppers with a near-term purchase goal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3931920"/>
            <a:ext cx="3456432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WHEN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Revisiting a specific saved SKU to decide “buy now or wait?”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3931920"/>
            <a:ext cx="3456432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ROOT CAUSE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Size labels are not trusted as personal, cross-brand fit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20640"/>
            <a:ext cx="3456432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WORKAROUND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Reddit / YouTube / Instagram + comparing previous kept orders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5120640"/>
            <a:ext cx="3456432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USER VALUE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Decide fit without leaving Myntra or ordering “just to try”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5120640"/>
            <a:ext cx="3456432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BUSINESS VALUE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Increase high-intent Wishlist → Bag; fit accuracy may also reduce returns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SOLUTION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Smart Wishlist + FitCheck resolves the declared blocker inside the wishlist, then hands control back to the user.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The core MVP is a decision-confidence loop — not a discount, coupon, or forced checkout nudge.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Myntra · Wishlist-to-Purchase Growth Case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998878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65960"/>
            <a:ext cx="320040" cy="320040"/>
          </a:xfrm>
          <a:prstGeom prst="ellipse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20240"/>
            <a:ext cx="145023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FIT ANCHOR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Confirm a kept size</a:t>
            </a:r>
            <a:br/>
            <a:r>
              <a:t>Past fit = reference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749039"/>
            <a:ext cx="1724558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Roadster · 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13278" y="1828800"/>
            <a:ext cx="1998878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50438" y="1965960"/>
            <a:ext cx="320040" cy="320040"/>
          </a:xfrm>
          <a:prstGeom prst="ellipse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6198" y="1920240"/>
            <a:ext cx="145023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WAITING ON FIT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Declare the blocker</a:t>
            </a:r>
            <a:br/>
            <a:r>
              <a:t>Captures why waiting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50438" y="3749039"/>
            <a:ext cx="1724558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Waiting: Fit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5036" y="1828800"/>
            <a:ext cx="1998878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32196" y="1965960"/>
            <a:ext cx="320040" cy="320040"/>
          </a:xfrm>
          <a:prstGeom prst="ellipse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7956" y="1920240"/>
            <a:ext cx="145023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FITCHECK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Explain + recommend</a:t>
            </a:r>
            <a:br/>
            <a:r>
              <a:t>Return size 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32196" y="3749039"/>
            <a:ext cx="1724558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High confidence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6794" y="1828800"/>
            <a:ext cx="1998878" cy="2468880"/>
          </a:xfrm>
          <a:prstGeom prst="roundRect">
            <a:avLst/>
          </a:prstGeom>
          <a:solidFill>
            <a:srgbClr val="FFF1F2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13954" y="1965960"/>
            <a:ext cx="320040" cy="32004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9714" y="1920240"/>
            <a:ext cx="145023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READY TO BUY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Resolve condition</a:t>
            </a:r>
            <a:br/>
            <a:r>
              <a:t>Flips state when ready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3954" y="3749039"/>
            <a:ext cx="1724558" cy="411480"/>
          </a:xfrm>
          <a:prstGeom prst="round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READY TO BUY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58552" y="1828800"/>
            <a:ext cx="1998878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95712" y="1965960"/>
            <a:ext cx="320040" cy="320040"/>
          </a:xfrm>
          <a:prstGeom prst="ellipse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1472" y="1920240"/>
            <a:ext cx="145023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MOVE TO BAG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User commits</a:t>
            </a:r>
            <a:br/>
            <a:r>
              <a:t>Shopper takes 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95712" y="3749039"/>
            <a:ext cx="1724558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MOVE TO BAG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480560"/>
            <a:ext cx="6400800" cy="128016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Why this fits the brief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No subsidy. No coupon. The value is informational: translate fit evidence into a personal recommendation, then let the shopper decide.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4480560"/>
            <a:ext cx="4053535" cy="1280160"/>
          </a:xfrm>
          <a:prstGeom prst="round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500" b="1">
                <a:solidFill>
                  <a:srgbClr val="D97706"/>
                </a:solidFill>
              </a:defRPr>
            </a:pPr>
            <a:r>
              <a:t>Scope discipline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Price / Both are expansion modes in the prototype. The causal experiment isolates Fit-only.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5897880"/>
            <a:ext cx="3230575" cy="5029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Launch live MVP 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DEPLOYED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deployed MVP is intentionally thin: it proves the decision-resolution loop before investing in real fit ML.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A top-scoring MVP is explicit about what is functional, what is simulated, and exactly what learning it unlocks.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Myntra · Wishlist-to-Purchase Growth Case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1208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Functional in the live prototype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✓  Set and save a Fit Anchor profile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✓  Declare the blocker: Fit / Price / Both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✓  Run a FitCheck decision event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✓  Transition the item to “Ready to Buy”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✓  Move the resolved item to Bag</a:t>
            </a:r>
          </a:p>
          <a:p>
            <a:br/>
            <a:pPr>
              <a:defRPr sz="1400" i="1">
                <a:solidFill>
                  <a:srgbClr val="475569"/>
                </a:solidFill>
              </a:defRPr>
            </a:pPr>
            <a:r>
              <a:t>Demo extension: simulated price events for Price / Both states.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4480560"/>
            <a:ext cx="2286000" cy="5029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 live MVP 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737360"/>
            <a:ext cx="5212080" cy="347472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Not production-ready yet — by design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•  Real order / return-history ingestion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•  Production fit model + category calibration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•  Live inventory / price event integrations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•  Notification preferences + frequency caps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•  Learned confidence thresholds + abstention logic</a:t>
            </a:r>
          </a:p>
          <a:p>
            <a:br/>
            <a:pPr>
              <a:defRPr sz="1400" b="1">
                <a:solidFill>
                  <a:srgbClr val="D97706"/>
                </a:solidFill>
              </a:defRPr>
            </a:pPr>
            <a:r>
              <a:t>Transparency prevents “prototype theatre”: this MVP validates the state-transition mechanism, not model accuracy.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49240"/>
            <a:ext cx="10728655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60-second evaluator path:   [1] Set anchor  ──&gt;  [2] Choose Fit  ──&gt;  [3] Run FitCheck  ──&gt;  [4] See Ready  ──&gt;  [5] Move to Bag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DEFINE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Success is a causal lift in 30-day wishlist buyers, with faster fit-to-bag progression and no return penalty.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The metric stack separates business impact, mechanism validation, leading indicators and guardrails — each with a clear decision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Myntra · Wishlist-to-Purchase Growth Case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29000" cy="1554480"/>
          </a:xfrm>
          <a:prstGeom prst="roundRect">
            <a:avLst/>
          </a:prstGeom>
          <a:solidFill>
            <a:srgbClr val="1B264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BUSINESS METRIC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30-Day Wishlist Buyer Conversion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% unique wishlist users who purchase ≥1 saved item within 30 days of the add.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737360"/>
            <a:ext cx="3429000" cy="1554480"/>
          </a:xfrm>
          <a:prstGeom prst="roundRect">
            <a:avLst/>
          </a:prstGeom>
          <a:solidFill>
            <a:srgbClr val="FFF1F2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PRIMARY MECHANISM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Fit-Resolved → Bag within 72h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Of fit-tagged items receiving a decisive FitCheck, % moved to Bag within 72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737360"/>
            <a:ext cx="3429000" cy="155448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KEY GUARDRAIL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Fit-related return rate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Must not increase. Also track notification opt-out so confidence nudges do not erode trust.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Leading indicators + guardrails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3749039"/>
          <a:ext cx="1072865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/>
                <a:gridCol w="4114800"/>
                <a:gridCol w="4114800"/>
              </a:tblGrid>
              <a:tr h="3200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Anchor adoption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% fit-tagged users with a usable fit anchor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Can users reach the value moment?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Fit resolution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% FitChecks returning a decisive, explainable recommendation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Does the system actually resolve uncertainty?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Median wishlist → Bag 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Hours from wishlist add / revisit to Bag for fit cohort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Is decision latency shrinking?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Wishlist add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Eligible users adding ≥1 item to wishlist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Ensure extra friction does not suppress saving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Recommendation disagreement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% users who override / reject the suggested size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Early trust and calibration signal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31520" y="5806440"/>
            <a:ext cx="10728655" cy="502920"/>
          </a:xfrm>
          <a:prstGeom prst="roundRect">
            <a:avLst/>
          </a:prstGeom>
          <a:solidFill>
            <a:srgbClr val="FFF1F2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Experiment: user-level A/B · control=current wishlist · treatment=FitCheck · 30-day observation · segment by category / brand · launch only with reliable business uplift.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RISKS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biggest failure mode is false confidence; rollout should privilege abstention, trust and learning over reach.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The solution fails if it pushes users faster into wrong-size orders, creates setup friction, or generalizes a narrow research sample too aggressively.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Myntra · Wishlist-to-Purchase Growth Case Study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3474720"/>
                <a:gridCol w="4053535"/>
              </a:tblGrid>
              <a:tr h="6553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Why it could happen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Mitigation / rollout gate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False fit confidence → returns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11D48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Prototype reasoning can be overconfident without garment measurement truth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Confidence bands + “not enough evidence” state · pilot stable categories · calibrate on kept/returned orders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Fit Anchor setup friction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97706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Manual multi-field setup delays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Auto-suggest from kept orders; ask for one-tap confirmation contextually, not upfront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Cold start / sparse brand data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11D48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New brands, categories or unusual body / size combinations lack evidence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Blend size charts + material + brand signals; abstain below threshold instead of guessing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Research sample does not generalize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97706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6 interviews are directional; public-conversation mix may not equal Myntra population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User-level A/B before rollout; report effects by category, brand, gender and new vs repeat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Notification fatigue / trust erosion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D97706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“Ready to Buy” nudges can feel pushy or repetitive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</a:defRPr>
                      </a:pPr>
                      <a:r>
                        <a:t>Trigger only on meaningful condition change · frequency cap · digest · easy opt-out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760720"/>
            <a:ext cx="10728655" cy="54864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Rollout principle:  Earn trust before reach: offline calibration → Fit-only pilot → category expansion.  “A wishlist should manage the decision, not just remember the product.”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